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425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95704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9706571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92003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57990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351902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466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8523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4057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EA0C7A-2E22-A649-101B-78F7123085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891FB-ABB2-01AA-7825-14DE859FF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167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00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791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B96DF0-A23D-FB2E-4617-15D23F61D3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4DC1EE-AA60-CDB3-4BFC-0E0638F3A6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971554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8109708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7809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1054584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7455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652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34944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5551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2204717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2398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4242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82921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640013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373198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57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4206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648039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713154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605564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2744838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3114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9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05691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4738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61182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026221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0303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7475435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814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289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7646926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84713937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0732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9262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4617679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4686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341238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93782718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24556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24460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7120706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859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41233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528025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008376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451245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7750353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5007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0043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966671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36457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4226826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2431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2763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373245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829914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25801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1425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6015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600201"/>
            <a:ext cx="9998901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58402554" name="Shape 105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87016759" name="Shape 105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205215478" name="Shape 106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16987016" name="Shape 1061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1986502" name="Shape 1062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6570211" name="Shape 1063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3897024" name="Shape 1064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4640502" name="Shape 1065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3717915" name="Shape 1066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9346698" name="Shape 1067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01958" name="Shape 106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89430260" name="Shape 106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8730989" name="Shape 107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36040627" name="Title 1"/>
          <p:cNvSpPr>
            <a:spLocks noGrp="1"/>
          </p:cNvSpPr>
          <p:nvPr>
            <p:ph type="title"/>
          </p:nvPr>
        </p:nvSpPr>
        <p:spPr bwMode="auto">
          <a:xfrm>
            <a:off x="1583498" y="274638"/>
            <a:ext cx="99989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167721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64351" y="6356350"/>
            <a:ext cx="23180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15438309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619018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336386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125706" y="6356350"/>
            <a:ext cx="35625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003325" name="Title 1"/>
          <p:cNvSpPr>
            <a:spLocks noGrp="1"/>
          </p:cNvSpPr>
          <p:nvPr>
            <p:ph type="ctrTitle"/>
          </p:nvPr>
        </p:nvSpPr>
        <p:spPr bwMode="auto">
          <a:xfrm>
            <a:off x="478509" y="2865437"/>
            <a:ext cx="10363199" cy="1470025"/>
          </a:xfrm>
        </p:spPr>
        <p:txBody>
          <a:bodyPr/>
          <a:lstStyle/>
          <a:p>
            <a:pPr>
              <a:defRPr/>
            </a:pPr>
            <a:r>
              <a:rPr lang="pl-PL"/>
              <a:t>XDUpdate: System aktualizacji nowej generacji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357976" name="Title 1"/>
          <p:cNvSpPr>
            <a:spLocks noGrp="1"/>
          </p:cNvSpPr>
          <p:nvPr>
            <p:ph type="title"/>
          </p:nvPr>
        </p:nvSpPr>
        <p:spPr bwMode="auto">
          <a:xfrm>
            <a:off x="1050744" y="274638"/>
            <a:ext cx="9998901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r">
              <a:defRPr/>
            </a:pPr>
            <a:r>
              <a:rPr lang="pl-PL"/>
              <a:t>Odporny na wiele potencjalnych ataków</a:t>
            </a:r>
            <a:endParaRPr/>
          </a:p>
        </p:txBody>
      </p:sp>
      <p:pic>
        <p:nvPicPr>
          <p:cNvPr id="8438858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23946" y="2005013"/>
            <a:ext cx="2000250" cy="2409824"/>
          </a:xfrm>
          <a:prstGeom prst="rect">
            <a:avLst/>
          </a:prstGeom>
        </p:spPr>
      </p:pic>
      <p:pic>
        <p:nvPicPr>
          <p:cNvPr id="10924164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1945" y="1551041"/>
            <a:ext cx="3524249" cy="3524249"/>
          </a:xfrm>
          <a:prstGeom prst="rect">
            <a:avLst/>
          </a:prstGeom>
        </p:spPr>
      </p:pic>
      <p:pic>
        <p:nvPicPr>
          <p:cNvPr id="133479130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97142" y="2032053"/>
            <a:ext cx="2609849" cy="2562224"/>
          </a:xfrm>
          <a:prstGeom prst="rect">
            <a:avLst/>
          </a:prstGeom>
        </p:spPr>
      </p:pic>
      <p:pic>
        <p:nvPicPr>
          <p:cNvPr id="13779689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61271" y="1551041"/>
            <a:ext cx="3524249" cy="3524249"/>
          </a:xfrm>
          <a:prstGeom prst="rect">
            <a:avLst/>
          </a:prstGeom>
        </p:spPr>
      </p:pic>
      <p:pic>
        <p:nvPicPr>
          <p:cNvPr id="101365248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716549" y="1955853"/>
            <a:ext cx="2781299" cy="2714625"/>
          </a:xfrm>
          <a:prstGeom prst="rect">
            <a:avLst/>
          </a:prstGeom>
        </p:spPr>
      </p:pic>
      <p:pic>
        <p:nvPicPr>
          <p:cNvPr id="99931459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45074" y="1551041"/>
            <a:ext cx="3524249" cy="3524249"/>
          </a:xfrm>
          <a:prstGeom prst="rect">
            <a:avLst/>
          </a:prstGeom>
        </p:spPr>
      </p:pic>
      <p:sp>
        <p:nvSpPr>
          <p:cNvPr id="489911707" name=""/>
          <p:cNvSpPr txBox="1"/>
          <p:nvPr/>
        </p:nvSpPr>
        <p:spPr bwMode="auto">
          <a:xfrm rot="0" flipH="0" flipV="0">
            <a:off x="651512" y="5075291"/>
            <a:ext cx="3345117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l-PL" sz="2400" b="1"/>
              <a:t>Ataki typu „Man in the middle” nie są mu straszne</a:t>
            </a:r>
            <a:endParaRPr sz="2400" b="1"/>
          </a:p>
        </p:txBody>
      </p:sp>
      <p:sp>
        <p:nvSpPr>
          <p:cNvPr id="658243646" name=""/>
          <p:cNvSpPr txBox="1"/>
          <p:nvPr/>
        </p:nvSpPr>
        <p:spPr bwMode="auto">
          <a:xfrm rot="0" flipH="0" flipV="0">
            <a:off x="4650658" y="5075291"/>
            <a:ext cx="3368516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l-PL" sz="2400" b="1"/>
              <a:t>Atak na serwer aktualizacji nie pozwoli na przejęcie kontroli</a:t>
            </a:r>
            <a:endParaRPr sz="2400" b="1"/>
          </a:p>
        </p:txBody>
      </p:sp>
      <p:sp>
        <p:nvSpPr>
          <p:cNvPr id="823339124" name=""/>
          <p:cNvSpPr txBox="1"/>
          <p:nvPr/>
        </p:nvSpPr>
        <p:spPr bwMode="auto">
          <a:xfrm rot="0" flipH="0" flipV="0">
            <a:off x="8434460" y="5075291"/>
            <a:ext cx="3374996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l-PL" sz="2400" b="1"/>
              <a:t>Nieautoryzowana modyfikacja plików aktualizacji nie jest możliwe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53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796" y="274638"/>
            <a:ext cx="12124194" cy="1143000"/>
          </a:xfrm>
        </p:spPr>
        <p:txBody>
          <a:bodyPr/>
          <a:lstStyle/>
          <a:p>
            <a:pPr algn="ctr">
              <a:defRPr/>
            </a:pPr>
            <a:r>
              <a:rPr lang="pl-PL"/>
              <a:t>Stworzony z myślą o XXI wieku</a:t>
            </a:r>
            <a:endParaRPr/>
          </a:p>
        </p:txBody>
      </p:sp>
      <p:sp>
        <p:nvSpPr>
          <p:cNvPr id="16088431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67366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86225" y="1600201"/>
            <a:ext cx="3295649" cy="3095624"/>
          </a:xfrm>
          <a:prstGeom prst="rect">
            <a:avLst/>
          </a:prstGeom>
        </p:spPr>
      </p:pic>
      <p:pic>
        <p:nvPicPr>
          <p:cNvPr id="102140721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157625" y="1325023"/>
            <a:ext cx="3524249" cy="3524249"/>
          </a:xfrm>
          <a:prstGeom prst="rect">
            <a:avLst/>
          </a:prstGeom>
        </p:spPr>
      </p:pic>
      <p:sp>
        <p:nvSpPr>
          <p:cNvPr id="1400064304" name=""/>
          <p:cNvSpPr txBox="1"/>
          <p:nvPr/>
        </p:nvSpPr>
        <p:spPr bwMode="auto">
          <a:xfrm rot="0" flipH="0" flipV="0">
            <a:off x="433244" y="5026858"/>
            <a:ext cx="11103245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l-PL" sz="2400" b="1"/>
              <a:t>Algorytm podpisów cyfrowych użyty w naszej aplikacji jest odporny na ataki wykorzystujące komputery kwantowe.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6133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795" y="274637"/>
            <a:ext cx="12124194" cy="1143000"/>
          </a:xfrm>
        </p:spPr>
        <p:txBody>
          <a:bodyPr/>
          <a:lstStyle/>
          <a:p>
            <a:pPr algn="ctr">
              <a:defRPr/>
            </a:pPr>
            <a:r>
              <a:rPr lang="pl-PL"/>
              <a:t>Uniwersalny i prosty w użyciu</a:t>
            </a:r>
            <a:endParaRPr/>
          </a:p>
        </p:txBody>
      </p:sp>
      <p:sp>
        <p:nvSpPr>
          <p:cNvPr id="511585652" name="Content Placeholder 2"/>
          <p:cNvSpPr>
            <a:spLocks noGrp="1"/>
          </p:cNvSpPr>
          <p:nvPr>
            <p:ph idx="1"/>
          </p:nvPr>
        </p:nvSpPr>
        <p:spPr bwMode="auto">
          <a:xfrm>
            <a:off x="1583497" y="1600200"/>
            <a:ext cx="9998901" cy="4525961"/>
          </a:xfrm>
        </p:spPr>
        <p:txBody>
          <a:bodyPr/>
          <a:lstStyle/>
          <a:p>
            <a:pPr algn="l"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Nasz system nie definiuje nowego formatu instalatora. Zamiast tego jedynie zabezpiecza istniejący instalator.</a:t>
            </a:r>
            <a:endParaRPr lang="pl-PL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Możliwe jest zdefiniowanie kilku poprawnych kluczy podpisów, tak aby różne zespoły mogły tworzyć własne, podpisane pliki bez jednego, centralnego komputera, który musiałby autoryzować każdą aktualizacje.</a:t>
            </a:r>
            <a:endParaRPr lang="pl-PL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l"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System działa na każdym systemie – Windows, Linux i Mac*</a:t>
            </a:r>
            <a:endParaRPr sz="3200" b="1"/>
          </a:p>
        </p:txBody>
      </p:sp>
      <p:sp>
        <p:nvSpPr>
          <p:cNvPr id="942541919" name=""/>
          <p:cNvSpPr txBox="1"/>
          <p:nvPr/>
        </p:nvSpPr>
        <p:spPr bwMode="auto">
          <a:xfrm rot="0" flipH="0" flipV="0">
            <a:off x="1680635" y="5392118"/>
            <a:ext cx="999442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l-PL"/>
              <a:t>*Program testowany był tylko na systemie Linux, ale napisany jest jako cross-platform.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7712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9109" y="274638"/>
            <a:ext cx="11193289" cy="1143000"/>
          </a:xfrm>
        </p:spPr>
        <p:txBody>
          <a:bodyPr/>
          <a:lstStyle/>
          <a:p>
            <a:pPr algn="ctr">
              <a:defRPr/>
            </a:pPr>
            <a:r>
              <a:rPr lang="pl-PL"/>
              <a:t>Autorzy i Licencje</a:t>
            </a:r>
            <a:endParaRPr/>
          </a:p>
        </p:txBody>
      </p:sp>
      <p:sp>
        <p:nvSpPr>
          <p:cNvPr id="104210905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Napisany przez zespół XD:</a:t>
            </a: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buFont typeface="Courier New"/>
              <a:buChar char="o"/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Michał Pelon</a:t>
            </a: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buFont typeface="Courier New"/>
              <a:buChar char="o"/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Piotr Kumka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buFont typeface="Courier New"/>
              <a:buChar char="o"/>
              <a:defRPr/>
            </a:pPr>
            <a:r>
              <a:rPr lang="pl-PL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Andrzej Sulecki</a:t>
            </a: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l">
              <a:buFont typeface="Arial"/>
              <a:buNone/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pl-PL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l">
              <a:buFont typeface="Arial"/>
              <a:buNone/>
              <a:defRPr/>
            </a:pPr>
            <a:r>
              <a:rPr lang="pl-PL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Ikony użyte w prezentacji pochodzą z serwisu flaticon.com.</a:t>
            </a:r>
            <a:endParaRPr sz="1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2026-05-10T08:09:07Z</dcterms:modified>
</cp:coreProperties>
</file>